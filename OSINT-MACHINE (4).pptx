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Roboto Slab" panose="020B0604020202020204" charset="0"/>
      <p:regular r:id="rId10"/>
    </p:embeddedFont>
    <p:embeddedFont>
      <p:font typeface="Roboto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libri Light" panose="020F0302020204030204" pitchFamily="34" charset="0"/>
      <p:regular r:id="rId16"/>
      <p: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8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0156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2096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7923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25042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5039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6239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42172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8955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6348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90892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25484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70631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51820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182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4264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133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4680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9154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038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04D788-2C42-4D15-A7F7-1D056BA5DB70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224FC-8186-4491-BC37-9F33BDA0E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285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-4-6.svg"/><Relationship Id="rId12" Type="http://schemas.openxmlformats.org/officeDocument/2006/relationships/image" Target="../media/image-4-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4.png"/><Relationship Id="rId5" Type="http://schemas.openxmlformats.org/officeDocument/2006/relationships/image" Target="../media/image-4-3.svg"/><Relationship Id="rId15" Type="http://schemas.openxmlformats.org/officeDocument/2006/relationships/image" Target="../media/image-4-15.svg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image" Target="../media/image-4-9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72"/>
            </a:avLst>
          </a:prstGeom>
          <a:solidFill>
            <a:srgbClr val="FBFC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507" y="243840"/>
            <a:ext cx="13763387" cy="7741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6598" y="243840"/>
            <a:ext cx="13763387" cy="7741920"/>
          </a:xfrm>
          <a:prstGeom prst="roundRect">
            <a:avLst>
              <a:gd name="adj" fmla="val 0"/>
            </a:avLst>
          </a:prstGeom>
          <a:solidFill>
            <a:srgbClr val="FBFCFE">
              <a:alpha val="85000"/>
            </a:srgbClr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415" y="324423"/>
            <a:ext cx="2825526" cy="1212079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 rotWithShape="1">
          <a:blip r:embed="rId5"/>
          <a:srcRect r="21975"/>
          <a:stretch/>
        </p:blipFill>
        <p:spPr>
          <a:xfrm>
            <a:off x="11208842" y="528757"/>
            <a:ext cx="2938082" cy="103989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514005" y="2592586"/>
            <a:ext cx="9602272" cy="1200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450"/>
              </a:lnSpc>
              <a:buNone/>
            </a:pPr>
            <a:r>
              <a:rPr lang="en-US" sz="7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OSINT MACHINE</a:t>
            </a:r>
            <a:endParaRPr lang="en-US" sz="7550" dirty="0"/>
          </a:p>
        </p:txBody>
      </p:sp>
      <p:sp>
        <p:nvSpPr>
          <p:cNvPr id="8" name="Text 3"/>
          <p:cNvSpPr/>
          <p:nvPr/>
        </p:nvSpPr>
        <p:spPr>
          <a:xfrm>
            <a:off x="5394722" y="4080867"/>
            <a:ext cx="3840837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50"/>
              </a:lnSpc>
              <a:buNone/>
            </a:pPr>
            <a:r>
              <a:rPr lang="en-US" sz="3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VIRTUAL MACHINE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180267" y="4848939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0267" y="5588079"/>
            <a:ext cx="3361611" cy="928330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5376" y="5588079"/>
            <a:ext cx="2438638" cy="1592699"/>
          </a:xfrm>
          <a:prstGeom prst="rect">
            <a:avLst/>
          </a:prstGeom>
        </p:spPr>
      </p:pic>
      <p:pic>
        <p:nvPicPr>
          <p:cNvPr id="12" name="Image 5" descr="preencoded.png"/>
          <p:cNvPicPr>
            <a:picLocks noChangeAspect="1"/>
          </p:cNvPicPr>
          <p:nvPr/>
        </p:nvPicPr>
        <p:blipFill rotWithShape="1">
          <a:blip r:embed="rId8"/>
          <a:srcRect r="21453" b="19884"/>
          <a:stretch/>
        </p:blipFill>
        <p:spPr>
          <a:xfrm>
            <a:off x="11531023" y="6737930"/>
            <a:ext cx="2640433" cy="11553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30"/>
          <a:stretch/>
        </p:blipFill>
        <p:spPr>
          <a:xfrm>
            <a:off x="441434" y="2091448"/>
            <a:ext cx="2472680" cy="294333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874"/>
          <a:stretch/>
        </p:blipFill>
        <p:spPr>
          <a:xfrm>
            <a:off x="11936448" y="4391998"/>
            <a:ext cx="2247355" cy="103668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3311" r="680"/>
          <a:stretch/>
        </p:blipFill>
        <p:spPr>
          <a:xfrm>
            <a:off x="5179402" y="357352"/>
            <a:ext cx="3712350" cy="691351"/>
          </a:xfrm>
          <a:prstGeom prst="rect">
            <a:avLst/>
          </a:prstGeom>
        </p:spPr>
      </p:pic>
      <p:pic>
        <p:nvPicPr>
          <p:cNvPr id="16" name="Image 2" descr="preencoded.png"/>
          <p:cNvPicPr>
            <a:picLocks noChangeAspect="1"/>
          </p:cNvPicPr>
          <p:nvPr/>
        </p:nvPicPr>
        <p:blipFill rotWithShape="1">
          <a:blip r:embed="rId5"/>
          <a:srcRect t="8086" b="67758"/>
          <a:stretch/>
        </p:blipFill>
        <p:spPr>
          <a:xfrm>
            <a:off x="4084776" y="7557993"/>
            <a:ext cx="3765590" cy="251194"/>
          </a:xfrm>
          <a:prstGeom prst="rect">
            <a:avLst/>
          </a:prstGeom>
        </p:spPr>
      </p:pic>
      <p:pic>
        <p:nvPicPr>
          <p:cNvPr id="17" name="Image 4" descr="preencoded.png"/>
          <p:cNvPicPr>
            <a:picLocks noChangeAspect="1"/>
          </p:cNvPicPr>
          <p:nvPr/>
        </p:nvPicPr>
        <p:blipFill rotWithShape="1">
          <a:blip r:embed="rId7"/>
          <a:srcRect l="19942" t="11032" b="30896"/>
          <a:stretch/>
        </p:blipFill>
        <p:spPr>
          <a:xfrm>
            <a:off x="399392" y="7062953"/>
            <a:ext cx="1952317" cy="924910"/>
          </a:xfrm>
          <a:prstGeom prst="rect">
            <a:avLst/>
          </a:prstGeom>
        </p:spPr>
      </p:pic>
      <p:sp>
        <p:nvSpPr>
          <p:cNvPr id="18" name="AutoShape 2" descr="https://cdn.gamma.app/q5loq6uahlh4v7x/edited-images/TjLB3H-jZukZz62rV0Wj1.png"/>
          <p:cNvSpPr>
            <a:spLocks noChangeAspect="1" noChangeArrowheads="1"/>
          </p:cNvSpPr>
          <p:nvPr/>
        </p:nvSpPr>
        <p:spPr bwMode="auto">
          <a:xfrm>
            <a:off x="168666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 rotWithShape="1">
          <a:blip r:embed="rId4"/>
          <a:srcRect l="61309" r="11164"/>
          <a:stretch/>
        </p:blipFill>
        <p:spPr>
          <a:xfrm>
            <a:off x="13148441" y="2380491"/>
            <a:ext cx="1008994" cy="15724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13"/>
            </a:avLst>
          </a:prstGeom>
          <a:solidFill>
            <a:srgbClr val="FBFC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534" y="243840"/>
            <a:ext cx="5161240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2938582"/>
            <a:ext cx="5334595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Introduction 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180267" y="3925491"/>
            <a:ext cx="7108508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details the process of investigating a suspicious digital identity using an isolated Ubuntu-based OSINT virtual machine. We will explore how specialized tools within the VM help determine if an identity is malicious, part of a scam, or an impersonation attempt.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13"/>
            </a:avLst>
          </a:prstGeom>
          <a:solidFill>
            <a:srgbClr val="FBFC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534" y="243840"/>
            <a:ext cx="5161240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1349335"/>
            <a:ext cx="7108508" cy="1333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 Case: Investigating a Suspicious Digital Identity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180267" y="3003113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180267" y="3584496"/>
            <a:ext cx="7108508" cy="3295769"/>
          </a:xfrm>
          <a:prstGeom prst="roundRect">
            <a:avLst>
              <a:gd name="adj" fmla="val 4439"/>
            </a:avLst>
          </a:prstGeom>
          <a:solidFill>
            <a:srgbClr val="FBFCFE"/>
          </a:solidFill>
          <a:ln w="30480">
            <a:solidFill>
              <a:srgbClr val="CFD2D8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787" y="3584496"/>
            <a:ext cx="121920" cy="329576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15547" y="3828336"/>
            <a:ext cx="2970252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Investigative Objectives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515547" y="4289703"/>
            <a:ext cx="652938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Verify email authenticity (real, leaked, disposable, fake).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1515547" y="4705707"/>
            <a:ext cx="652938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 username footprint across online platforms.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515547" y="5121712"/>
            <a:ext cx="652938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URL for phishing indicators and malicious scripts.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515547" y="5537716"/>
            <a:ext cx="6529388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Inspect domain/IP for risky hosting or newly registered infrastructure.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515547" y="6295073"/>
            <a:ext cx="652938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scam patterns tied to the identity.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72"/>
            </a:avLst>
          </a:prstGeom>
          <a:solidFill>
            <a:srgbClr val="FBFCFE"/>
          </a:solidFill>
          <a:ln/>
        </p:spPr>
      </p:sp>
      <p:sp>
        <p:nvSpPr>
          <p:cNvPr id="3" name="Text 1"/>
          <p:cNvSpPr/>
          <p:nvPr/>
        </p:nvSpPr>
        <p:spPr>
          <a:xfrm>
            <a:off x="1180267" y="975836"/>
            <a:ext cx="6054685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Tools Used in the Use Case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1180267" y="1959888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custom Ubuntu VM is equipped with a suite of specialized OSINT tools, each designed to investigate a specific layer of a digital identity.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180267" y="2483048"/>
            <a:ext cx="3961924" cy="2181344"/>
          </a:xfrm>
          <a:prstGeom prst="roundRect">
            <a:avLst>
              <a:gd name="adj" fmla="val 1321"/>
            </a:avLst>
          </a:prstGeom>
          <a:solidFill>
            <a:srgbClr val="E9ECF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2195" y="2674977"/>
            <a:ext cx="576024" cy="576024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530548" y="2833330"/>
            <a:ext cx="259199" cy="2591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2195" y="3442930"/>
            <a:ext cx="24005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Mailcat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372195" y="3858101"/>
            <a:ext cx="3578066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leak check, reputation score, risk rating.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5334119" y="2483048"/>
            <a:ext cx="3962043" cy="2181344"/>
          </a:xfrm>
          <a:prstGeom prst="roundRect">
            <a:avLst>
              <a:gd name="adj" fmla="val 1321"/>
            </a:avLst>
          </a:prstGeom>
          <a:solidFill>
            <a:srgbClr val="E9EC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6048" y="2674977"/>
            <a:ext cx="576024" cy="576024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684401" y="2833330"/>
            <a:ext cx="259199" cy="2591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26048" y="3442930"/>
            <a:ext cx="24005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BlackBird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5526048" y="3858101"/>
            <a:ext cx="3578185" cy="614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Username investigation on social platforms and forums.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9488091" y="2483048"/>
            <a:ext cx="3962043" cy="2181344"/>
          </a:xfrm>
          <a:prstGeom prst="roundRect">
            <a:avLst>
              <a:gd name="adj" fmla="val 1321"/>
            </a:avLst>
          </a:prstGeom>
          <a:solidFill>
            <a:srgbClr val="E9ECF2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80019" y="2674977"/>
            <a:ext cx="576024" cy="576024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9838373" y="2833330"/>
            <a:ext cx="259199" cy="259199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680019" y="3442930"/>
            <a:ext cx="24005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GhostTrack</a:t>
            </a:r>
            <a:endParaRPr lang="en-US" sz="1850" dirty="0"/>
          </a:p>
        </p:txBody>
      </p:sp>
      <p:sp>
        <p:nvSpPr>
          <p:cNvPr id="19" name="Text 11"/>
          <p:cNvSpPr/>
          <p:nvPr/>
        </p:nvSpPr>
        <p:spPr>
          <a:xfrm>
            <a:off x="9680019" y="3858101"/>
            <a:ext cx="3578185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Activity monitoring, behavioral mapping.</a:t>
            </a:r>
            <a:endParaRPr lang="en-US" sz="1500" dirty="0"/>
          </a:p>
        </p:txBody>
      </p:sp>
      <p:sp>
        <p:nvSpPr>
          <p:cNvPr id="20" name="Shape 12"/>
          <p:cNvSpPr/>
          <p:nvPr/>
        </p:nvSpPr>
        <p:spPr>
          <a:xfrm>
            <a:off x="1180267" y="4856321"/>
            <a:ext cx="6038969" cy="1874163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2195" y="5048250"/>
            <a:ext cx="576024" cy="576024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1530548" y="5206603"/>
            <a:ext cx="259199" cy="259199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372195" y="5816203"/>
            <a:ext cx="24005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Carbon14</a:t>
            </a:r>
            <a:endParaRPr lang="en-US" sz="1850" dirty="0"/>
          </a:p>
        </p:txBody>
      </p:sp>
      <p:sp>
        <p:nvSpPr>
          <p:cNvPr id="24" name="Text 14"/>
          <p:cNvSpPr/>
          <p:nvPr/>
        </p:nvSpPr>
        <p:spPr>
          <a:xfrm>
            <a:off x="1372195" y="6231374"/>
            <a:ext cx="565511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URL metadata, redirects, phishing indicators.</a:t>
            </a:r>
            <a:endParaRPr lang="en-US" sz="1500" dirty="0"/>
          </a:p>
        </p:txBody>
      </p:sp>
      <p:sp>
        <p:nvSpPr>
          <p:cNvPr id="25" name="Shape 15"/>
          <p:cNvSpPr/>
          <p:nvPr/>
        </p:nvSpPr>
        <p:spPr>
          <a:xfrm>
            <a:off x="7411164" y="4856321"/>
            <a:ext cx="6038969" cy="1874163"/>
          </a:xfrm>
          <a:prstGeom prst="roundRect">
            <a:avLst>
              <a:gd name="adj" fmla="val 1537"/>
            </a:avLst>
          </a:prstGeom>
          <a:solidFill>
            <a:srgbClr val="E9ECF2"/>
          </a:solidFill>
          <a:ln/>
        </p:spPr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03093" y="5048250"/>
            <a:ext cx="576024" cy="576024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7761446" y="5206603"/>
            <a:ext cx="259199" cy="259199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603093" y="5816203"/>
            <a:ext cx="240053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WebOSINT</a:t>
            </a:r>
            <a:endParaRPr lang="en-US" sz="1850" dirty="0"/>
          </a:p>
        </p:txBody>
      </p:sp>
      <p:sp>
        <p:nvSpPr>
          <p:cNvPr id="29" name="Text 17"/>
          <p:cNvSpPr/>
          <p:nvPr/>
        </p:nvSpPr>
        <p:spPr>
          <a:xfrm>
            <a:off x="7603093" y="6231374"/>
            <a:ext cx="5655112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Domain/IP/hosting investigation, WHOIS, SSL, DNS.</a:t>
            </a:r>
            <a:endParaRPr lang="en-US" sz="1500" dirty="0"/>
          </a:p>
        </p:txBody>
      </p:sp>
      <p:sp>
        <p:nvSpPr>
          <p:cNvPr id="30" name="Text 18"/>
          <p:cNvSpPr/>
          <p:nvPr/>
        </p:nvSpPr>
        <p:spPr>
          <a:xfrm>
            <a:off x="1180267" y="6946463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13"/>
            </a:avLst>
          </a:prstGeom>
          <a:solidFill>
            <a:srgbClr val="FBFCFE"/>
          </a:solidFill>
          <a:ln/>
        </p:spPr>
      </p:sp>
      <p:sp>
        <p:nvSpPr>
          <p:cNvPr id="3" name="Text 1"/>
          <p:cNvSpPr/>
          <p:nvPr/>
        </p:nvSpPr>
        <p:spPr>
          <a:xfrm>
            <a:off x="1180267" y="2063829"/>
            <a:ext cx="5334595" cy="666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Live Demonstration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80267" y="3157418"/>
            <a:ext cx="12269867" cy="682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live demonstration showcases the systematic approach to investigating the suspicious digital identity within the secure, isolated VM environment.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80267" y="4080153"/>
            <a:ext cx="122698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 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0267" y="4661535"/>
            <a:ext cx="122698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80267" y="5242917"/>
            <a:ext cx="122698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0267" y="5824299"/>
            <a:ext cx="12269867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413"/>
            </a:avLst>
          </a:prstGeom>
          <a:solidFill>
            <a:srgbClr val="FBFCF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5534" y="243840"/>
            <a:ext cx="5161240" cy="774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0267" y="2133243"/>
            <a:ext cx="4267676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3350" dirty="0"/>
          </a:p>
        </p:txBody>
      </p:sp>
      <p:sp>
        <p:nvSpPr>
          <p:cNvPr id="5" name="Text 2"/>
          <p:cNvSpPr/>
          <p:nvPr/>
        </p:nvSpPr>
        <p:spPr>
          <a:xfrm>
            <a:off x="1180267" y="2986683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180267" y="3568065"/>
            <a:ext cx="7108508" cy="1365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identity components—email, username, URL, and domain—were thoroughly analyzed using five specialized tools within the VM, ensuring a comprehensive assessment. This VM can be efficiently reused for any future digital identity investigations.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80267" y="5173504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80267" y="5754886"/>
            <a:ext cx="7108508" cy="341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507" y="243840"/>
            <a:ext cx="13763387" cy="7741920"/>
          </a:xfrm>
          <a:prstGeom prst="roundRect">
            <a:avLst>
              <a:gd name="adj" fmla="val 372"/>
            </a:avLst>
          </a:prstGeom>
          <a:solidFill>
            <a:srgbClr val="FBFCFE"/>
          </a:solidFill>
          <a:ln/>
        </p:spPr>
      </p:sp>
      <p:sp>
        <p:nvSpPr>
          <p:cNvPr id="3" name="Text 1"/>
          <p:cNvSpPr/>
          <p:nvPr/>
        </p:nvSpPr>
        <p:spPr>
          <a:xfrm>
            <a:off x="1180267" y="1135975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80267" y="1659136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14662" y="2254329"/>
            <a:ext cx="4801076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700"/>
              </a:lnSpc>
              <a:buNone/>
            </a:pPr>
            <a:r>
              <a:rPr lang="en-US" sz="3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THANK YOU !</a:t>
            </a:r>
            <a:endParaRPr lang="en-US" sz="3750" dirty="0"/>
          </a:p>
        </p:txBody>
      </p:sp>
      <p:sp>
        <p:nvSpPr>
          <p:cNvPr id="6" name="Text 4"/>
          <p:cNvSpPr/>
          <p:nvPr/>
        </p:nvSpPr>
        <p:spPr>
          <a:xfrm>
            <a:off x="1180267" y="3142417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80267" y="3665577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0267" y="4188738"/>
            <a:ext cx="12269867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GROUP MEMBERS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0267" y="4711898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Fabiha Faheem           CR-23002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0267" y="5173623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Yumna Afaq Khan     CR-23007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0267" y="5635347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Emaan Rashid            CR-23029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0267" y="6097072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Mahrukh Arif              CR-23302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0267" y="6558796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Mayra Ahmer             CR-23303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0267" y="7020520"/>
            <a:ext cx="12269867" cy="245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2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Fatima Asif                  CR-23304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279</Words>
  <Application>Microsoft Office PowerPoint</Application>
  <PresentationFormat>Custom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Roboto Slab</vt:lpstr>
      <vt:lpstr>Roboto</vt:lpstr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dell</cp:lastModifiedBy>
  <cp:revision>3</cp:revision>
  <dcterms:created xsi:type="dcterms:W3CDTF">2025-11-18T21:27:59Z</dcterms:created>
  <dcterms:modified xsi:type="dcterms:W3CDTF">2025-11-18T21:38:37Z</dcterms:modified>
</cp:coreProperties>
</file>